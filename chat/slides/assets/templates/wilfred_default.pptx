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theme/theme1.xml><?xml version="1.0" encoding="utf-8"?>
<a:theme xmlns:a="http://schemas.openxmlformats.org/drawingml/2006/main" name="Office Theme">
  <a:themeElements>
    <a:clrScheme name="Office">
      <a:dk1>
        <a:srgbClr val="12241B"/>
      </a:dk1>
      <a:lt1>
        <a:srgbClr val="FBFAF6"/>
      </a:lt1>
      <a:dk2>
        <a:srgbClr val="1F3D30"/>
      </a:dk2>
      <a:lt2>
        <a:srgbClr val="ECEFE9"/>
      </a:lt2>
      <a:accent1>
        <a:srgbClr val="B87333"/>
      </a:accent1>
      <a:accent2>
        <a:srgbClr val="2E6B52"/>
      </a:accent2>
      <a:accent3>
        <a:srgbClr val="7FA891"/>
      </a:accent3>
      <a:accent4>
        <a:srgbClr val="1C4A42"/>
      </a:accent4>
      <a:accent5>
        <a:srgbClr val="D9A441"/>
      </a:accent5>
      <a:accent6>
        <a:srgbClr val="A9552F"/>
      </a:accent6>
      <a:hlink>
        <a:srgbClr val="2E6B52"/>
      </a:hlink>
      <a:folHlink>
        <a:srgbClr val="7FA891"/>
      </a:folHlink>
    </a:clrScheme>
    <a:fontScheme name="Office">
      <a:majorFont>
        <a:latin typeface="Caladea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rlito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